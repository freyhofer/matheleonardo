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abc3c4ab5b4b90" /><Relationship Type="http://schemas.openxmlformats.org/officeDocument/2006/relationships/extended-properties" Target="/docProps/app.xml" Id="R8a930c2559a844ec" /><Relationship Type="http://schemas.openxmlformats.org/officeDocument/2006/relationships/officeDocument" Target="/ppt/presentation.xml" Id="R6dcfa69ab076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ee28ba5274e99"/>
  </p:sldMasterIdLst>
  <p:notesMasterIdLst>
    <p:notesMasterId xmlns:r="http://schemas.openxmlformats.org/officeDocument/2006/relationships" r:id="Rbec036267a2647f4"/>
  </p:notesMasterIdLst>
  <p:sldIdLst>
    <p:sldId xmlns:r="http://schemas.openxmlformats.org/officeDocument/2006/relationships" id="256" r:id="Rd3e677965c2a4f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4559d483c48de" /><Relationship Type="http://schemas.openxmlformats.org/officeDocument/2006/relationships/slideMaster" Target="/ppt/slideMasters/slideMaster1.xml" Id="R085ee28ba5274e99" /><Relationship Type="http://schemas.openxmlformats.org/officeDocument/2006/relationships/notesMaster" Target="/ppt/notesMasters/notesMaster1.xml" Id="Rbec036267a2647f4" /><Relationship Type="http://schemas.openxmlformats.org/officeDocument/2006/relationships/presProps" Target="/ppt/presProps.xml" Id="R7aa7e443c0bc40ee" /><Relationship Type="http://schemas.openxmlformats.org/officeDocument/2006/relationships/tableStyles" Target="/ppt/tableStyles.xml" Id="R82aa2fe80d6b4fb3" /><Relationship Type="http://schemas.openxmlformats.org/officeDocument/2006/relationships/slide" Target="/ppt/slides/slide1.xml" Id="Rd3e677965c2a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692d2b23b44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41d8174eda4453" /><Relationship Type="http://schemas.openxmlformats.org/officeDocument/2006/relationships/notesMaster" Target="/ppt/notesMasters/notesMaster1.xml" Id="R0a3ce1ecebe2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27bed57bc4d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35f646876347e4" /><Relationship Type="http://schemas.openxmlformats.org/officeDocument/2006/relationships/slideLayout" Target="/ppt/slideLayouts/slideLayout1.xml" Id="R035b3ff4f0e04f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5b3ff4f0e04f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7680c45cd4fb5" /><Relationship Type="http://schemas.openxmlformats.org/officeDocument/2006/relationships/notesSlide" Target="/ppt/notesSlides/notesSlide1.xml" Id="R72466b63f3694a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7102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2026-06-15T19:27:47.1790000Z</dcterms:created>
  <dcterms:modified xsi:type="dcterms:W3CDTF">2026-06-15T19:27:47.1790000Z</dcterms:modified>
</coreProperties>
</file>